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36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298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399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023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5446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937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31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50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489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087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557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1995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1364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0099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8096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7675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910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572FADE-8B79-44FF-8230-5D62FCD8B96D}" type="datetimeFigureOut">
              <a:rPr lang="en-ZA" smtClean="0"/>
              <a:t>2025/11/17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17AEBDF-C836-49A4-90D5-7339D892C64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940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5C948-0068-7B9E-0D21-A63B5AA97F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/>
              <a:t>Contract Monthly Claim System  </a:t>
            </a:r>
            <a:br>
              <a:rPr lang="en-ZA" b="1" dirty="0"/>
            </a:br>
            <a:r>
              <a:rPr lang="en-ZA" b="1" dirty="0"/>
              <a:t>Automation &amp; Enhancement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1F8ED-FC79-2898-F161-784E37F7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b="1" dirty="0"/>
              <a:t>PROG6212 - POE </a:t>
            </a:r>
          </a:p>
          <a:p>
            <a:r>
              <a:rPr lang="en-ZA" b="1" dirty="0"/>
              <a:t>Ezekiel Isaac Narayanasami</a:t>
            </a:r>
          </a:p>
          <a:p>
            <a:r>
              <a:rPr lang="en-ZA" b="1" dirty="0"/>
              <a:t>ST10359128</a:t>
            </a:r>
          </a:p>
        </p:txBody>
      </p:sp>
    </p:spTree>
    <p:extLst>
      <p:ext uri="{BB962C8B-B14F-4D97-AF65-F5344CB8AC3E}">
        <p14:creationId xmlns:p14="http://schemas.microsoft.com/office/powerpoint/2010/main" val="2031351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CF06-F043-D446-B633-F4E39DC8E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64" y="499138"/>
            <a:ext cx="8534401" cy="925567"/>
          </a:xfrm>
        </p:spPr>
        <p:txBody>
          <a:bodyPr/>
          <a:lstStyle/>
          <a:p>
            <a:r>
              <a:rPr lang="en-ZA" dirty="0"/>
              <a:t>What this presentation covers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E3BDD4-2457-A32E-DABE-17BDC70E46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12721" y="1720842"/>
            <a:ext cx="58528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overview of the CMCS web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 used automation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Lecturers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Managers / Coordinators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 improved the system using feedback from Part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Security, validation and error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reflection on what I learned</a:t>
            </a:r>
          </a:p>
        </p:txBody>
      </p:sp>
    </p:spTree>
    <p:extLst>
      <p:ext uri="{BB962C8B-B14F-4D97-AF65-F5344CB8AC3E}">
        <p14:creationId xmlns:p14="http://schemas.microsoft.com/office/powerpoint/2010/main" val="299550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DC78-79AE-3234-DD30-2C5FDA02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111" y="317242"/>
            <a:ext cx="8534401" cy="1151710"/>
          </a:xfrm>
        </p:spPr>
        <p:txBody>
          <a:bodyPr/>
          <a:lstStyle/>
          <a:p>
            <a:r>
              <a:rPr lang="en-ZA" dirty="0"/>
              <a:t>Scenario &amp;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FBA2C9-9F34-B9F6-6F28-F9818E58A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81111" y="2003336"/>
            <a:ext cx="527900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 Contractor lecturers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submit monthly claims for hours worked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Previously, this was manual and could lead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Errors in hours /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Missing supporting documents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Delays in approvals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goal was to build a web-based CMCS that: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Automates claim submission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managers approve or reject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Gives HR a clear summary of what must be paid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B563F3-1674-A133-89AE-72C961E19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303" y="2003336"/>
            <a:ext cx="5965796" cy="319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6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8C418-5C53-0BF9-72B3-EE9B93660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0" y="381838"/>
            <a:ext cx="8534401" cy="1153114"/>
          </a:xfrm>
        </p:spPr>
        <p:txBody>
          <a:bodyPr/>
          <a:lstStyle/>
          <a:p>
            <a:r>
              <a:rPr lang="en-ZA" dirty="0"/>
              <a:t>System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ECA750-01F3-774D-497B-2BEA55906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0" y="1534952"/>
            <a:ext cx="627607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using ASP.NET Core MVC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to store claim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Controllers to handle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Views for the web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main user perspectives: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Lecturer - submits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Manager / Coordinator - approves or rejects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HR - views totals, stats and exports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claims are stored in a shared in-memory list for this POE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EE9F6EC-A50D-D087-5DE6-7791D5DB0AC6}"/>
              </a:ext>
            </a:extLst>
          </p:cNvPr>
          <p:cNvSpPr/>
          <p:nvPr/>
        </p:nvSpPr>
        <p:spPr>
          <a:xfrm>
            <a:off x="763675" y="5657222"/>
            <a:ext cx="11133573" cy="592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06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23CDDE-CA96-19D8-86AE-4489BF3DF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80" y="998694"/>
            <a:ext cx="10902305" cy="486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1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D9EF-9192-EA8D-8A9F-0C99545A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0" y="653141"/>
            <a:ext cx="8534401" cy="992341"/>
          </a:xfrm>
        </p:spPr>
        <p:txBody>
          <a:bodyPr/>
          <a:lstStyle/>
          <a:p>
            <a:r>
              <a:rPr lang="en-ZA" dirty="0"/>
              <a:t>Lecturer View - Automation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B2BF61-969C-0A88-44CE-F7921D1BE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2374077"/>
            <a:ext cx="842964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Lecturers use the Submit Claim page to capture: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Name, hours worked, hourly rate, notes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Upload a supporting document (PDF, DOCX, XLSX)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automatically calculates the Amount = Hours × Hourly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added validation so that: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required fields must be filled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Hours and rate must be greater than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 or incorrect file types are blocked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there is an error, the page keeps the values and shows a clear message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313F307-E6FA-7161-757E-D1217B4C5956}"/>
              </a:ext>
            </a:extLst>
          </p:cNvPr>
          <p:cNvSpPr/>
          <p:nvPr/>
        </p:nvSpPr>
        <p:spPr>
          <a:xfrm>
            <a:off x="763675" y="5767754"/>
            <a:ext cx="11133573" cy="592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445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8AC89B-5C29-3B24-69D8-DD77DAB44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665" y="251208"/>
            <a:ext cx="9356669" cy="364032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F7F503-59DF-7AD4-4A80-AC07F107E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665" y="3891537"/>
            <a:ext cx="9356669" cy="216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9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B827-AA40-5ED9-1226-A7AA36776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92853"/>
            <a:ext cx="8534401" cy="1092824"/>
          </a:xfrm>
        </p:spPr>
        <p:txBody>
          <a:bodyPr>
            <a:normAutofit fontScale="90000"/>
          </a:bodyPr>
          <a:lstStyle/>
          <a:p>
            <a:r>
              <a:rPr lang="en-ZA" dirty="0"/>
              <a:t>Lecturer Dashboard - Claim Tracking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8926DF-6644-3230-CEE8-7B1919CA5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3675" y="1962042"/>
            <a:ext cx="553670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shows the lecturer’s previous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claim displays: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Claim 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Hours worked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Calculated amount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Status: Pending / Approved / Rejected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Date submitted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a successful submission: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shows a success message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new claim appears in the table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A47839D-A7F6-1FE1-6C83-BC26F8A7B543}"/>
              </a:ext>
            </a:extLst>
          </p:cNvPr>
          <p:cNvSpPr/>
          <p:nvPr/>
        </p:nvSpPr>
        <p:spPr>
          <a:xfrm>
            <a:off x="763675" y="5767754"/>
            <a:ext cx="11133573" cy="592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6526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F1EDCF-C94E-A089-3D12-9B2D8F9DA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90" y="1008362"/>
            <a:ext cx="11026391" cy="484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57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E6D4-3F27-CB01-FA46-262397DA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72454"/>
            <a:ext cx="8534401" cy="982292"/>
          </a:xfrm>
        </p:spPr>
        <p:txBody>
          <a:bodyPr>
            <a:normAutofit fontScale="90000"/>
          </a:bodyPr>
          <a:lstStyle/>
          <a:p>
            <a:r>
              <a:rPr lang="en-ZA" dirty="0"/>
              <a:t>Manager View - Approvals &amp; Decisions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47E63B-52A2-DEDC-A818-593AE6DE5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2210971"/>
            <a:ext cx="542007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Managers access a separate Manager View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view is not mixed with the lecturer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Managers can: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See all claims with hours, rate, amount and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View the uploaded file name for each claim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Approve or reject each claim using buttons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they approve or reject: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claim’s status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change is visible on all relevant pages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0D6313D-C629-FC4B-E74C-9811D2D026E4}"/>
              </a:ext>
            </a:extLst>
          </p:cNvPr>
          <p:cNvSpPr/>
          <p:nvPr/>
        </p:nvSpPr>
        <p:spPr>
          <a:xfrm>
            <a:off x="763675" y="5767754"/>
            <a:ext cx="11133573" cy="592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490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82CA49-98DC-D656-7921-8E6DB4C61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98" y="1006056"/>
            <a:ext cx="10946004" cy="484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22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BEA0-E413-2B71-6482-E3F87D0C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77478"/>
            <a:ext cx="8534401" cy="972244"/>
          </a:xfrm>
        </p:spPr>
        <p:txBody>
          <a:bodyPr>
            <a:normAutofit fontScale="90000"/>
          </a:bodyPr>
          <a:lstStyle/>
          <a:p>
            <a:r>
              <a:rPr lang="en-ZA" dirty="0"/>
              <a:t>HR View - Automation &amp; Reporting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71204E-A6AA-1438-3AA1-AE1918914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2299465"/>
            <a:ext cx="680506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 has their own HR Dashboard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automatically calculates: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number of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 of approved, pending and rejected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approved amount to pay lecturers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added a Chart.js bar chart to show: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Approved amounts per lecturer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HR can also download a CSV file of approved claims for payroll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4315FB6-B9CE-737C-2A0D-158E3F345DE3}"/>
              </a:ext>
            </a:extLst>
          </p:cNvPr>
          <p:cNvSpPr/>
          <p:nvPr/>
        </p:nvSpPr>
        <p:spPr>
          <a:xfrm>
            <a:off x="763675" y="5767754"/>
            <a:ext cx="11133573" cy="592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506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A34410-4A94-49FD-D6C1-1F4B96A72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34" y="237785"/>
            <a:ext cx="10473732" cy="319121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F4AB6E-B1CC-4D86-E475-5E55E4C16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34" y="3429000"/>
            <a:ext cx="10473732" cy="320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05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ACA5-010B-F947-5A7A-4C40473E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0" y="332260"/>
            <a:ext cx="8534401" cy="1062679"/>
          </a:xfrm>
        </p:spPr>
        <p:txBody>
          <a:bodyPr>
            <a:normAutofit fontScale="90000"/>
          </a:bodyPr>
          <a:lstStyle/>
          <a:p>
            <a:r>
              <a:rPr lang="en-ZA" dirty="0"/>
              <a:t>Validation, Security &amp; Error Handling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16876B-2CCF-93BC-E547-693DAE869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780393"/>
            <a:ext cx="904606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used ASP.NET model validation to make sure important fields are completed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Client-side and server-side checks: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Required fields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Numeric validation on hours and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upload improvements: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PDF, DOCX and XLSX are allowed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Max size: 5 MB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Invalid files show clear error messages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changes and navigation are controlled so users always see updated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something fails, the user stays on the same page with their data still visible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1FC56F1-A847-F175-87ED-0B4A0DB46B49}"/>
              </a:ext>
            </a:extLst>
          </p:cNvPr>
          <p:cNvSpPr/>
          <p:nvPr/>
        </p:nvSpPr>
        <p:spPr>
          <a:xfrm>
            <a:off x="763675" y="5767754"/>
            <a:ext cx="11133573" cy="592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8659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A08984-62DD-474B-CC72-22C379073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31" y="1020117"/>
            <a:ext cx="10856937" cy="481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420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D7548-063D-E38B-D2BD-9DDBB165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550" y="422030"/>
            <a:ext cx="8534401" cy="1032534"/>
          </a:xfrm>
        </p:spPr>
        <p:txBody>
          <a:bodyPr>
            <a:normAutofit fontScale="90000"/>
          </a:bodyPr>
          <a:lstStyle/>
          <a:p>
            <a:r>
              <a:rPr lang="en-ZA" dirty="0"/>
              <a:t>Tools, Technologies &amp; Version Control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43A355-2783-F251-3D67-AD2901779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707774"/>
            <a:ext cx="663835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ASP.NET Core MVC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C#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Razor 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Bootstrap for styling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Chart.js for the HR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tools: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Studio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.NET SDK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 / GitHub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commits with clear messages describing each change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14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BA40B-2E25-D1A1-6A64-56A789C9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42309"/>
            <a:ext cx="8534401" cy="1042582"/>
          </a:xfrm>
        </p:spPr>
        <p:txBody>
          <a:bodyPr/>
          <a:lstStyle/>
          <a:p>
            <a:r>
              <a:rPr lang="en-ZA" dirty="0"/>
              <a:t>Reflection &amp;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73E313-AE25-0D77-B506-5721BA48A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543875"/>
            <a:ext cx="79303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learned how to build a structured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MVC web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start to finish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improved my understanding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Controllers, views and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 and file uploads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How to design separate views for different roles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automation I added: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Saves time for lecturers, managers and HR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manual errors and miscommunication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I had more time, I would: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to a real SQL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user authentication and role-based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Expand reporting and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795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6F41-3888-3CE5-82A1-E9EB130E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01933"/>
            <a:ext cx="8534401" cy="1173211"/>
          </a:xfrm>
        </p:spPr>
        <p:txBody>
          <a:bodyPr/>
          <a:lstStyle/>
          <a:p>
            <a:r>
              <a:rPr lang="en-ZA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5C7CB-A085-581C-302C-8982FFCAB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657978"/>
            <a:ext cx="8534400" cy="4336422"/>
          </a:xfrm>
        </p:spPr>
        <p:txBody>
          <a:bodyPr/>
          <a:lstStyle/>
          <a:p>
            <a:r>
              <a:rPr lang="en-ZA" dirty="0"/>
              <a:t>Microsoft (2023). </a:t>
            </a:r>
            <a:r>
              <a:rPr lang="en-ZA" i="1" dirty="0"/>
              <a:t>ASP.NET Core MVC Documentation</a:t>
            </a:r>
            <a:r>
              <a:rPr lang="en-ZA" dirty="0"/>
              <a:t>.</a:t>
            </a:r>
          </a:p>
          <a:p>
            <a:r>
              <a:rPr lang="en-ZA" dirty="0"/>
              <a:t>Microsoft (2024). </a:t>
            </a:r>
            <a:r>
              <a:rPr lang="en-ZA" i="1" dirty="0"/>
              <a:t>ASP.NET Core Data Validation</a:t>
            </a:r>
            <a:r>
              <a:rPr lang="en-ZA" dirty="0"/>
              <a:t>.</a:t>
            </a:r>
          </a:p>
          <a:p>
            <a:r>
              <a:rPr lang="en-ZA" dirty="0"/>
              <a:t>Pieterse, V. (2022). </a:t>
            </a:r>
            <a:r>
              <a:rPr lang="en-ZA" i="1" dirty="0"/>
              <a:t>Introduction to Software Engineering: Principles and Practice</a:t>
            </a:r>
            <a:r>
              <a:rPr lang="en-ZA" dirty="0"/>
              <a:t>.</a:t>
            </a:r>
          </a:p>
          <a:p>
            <a:r>
              <a:rPr lang="en-ZA" dirty="0"/>
              <a:t>W3Schools, </a:t>
            </a:r>
            <a:r>
              <a:rPr lang="en-ZA" dirty="0" err="1"/>
              <a:t>TutorialsTeacher</a:t>
            </a:r>
            <a:r>
              <a:rPr lang="en-ZA" dirty="0"/>
              <a:t>, etc.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85713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C97A-E226-AA30-2A27-AD719041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804908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61</TotalTime>
  <Words>778</Words>
  <Application>Microsoft Office PowerPoint</Application>
  <PresentationFormat>Widescreen</PresentationFormat>
  <Paragraphs>143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Slice</vt:lpstr>
      <vt:lpstr>Contract Monthly Claim System   Automation &amp; Enhancement</vt:lpstr>
      <vt:lpstr>What this presentation covers</vt:lpstr>
      <vt:lpstr>Scenario &amp; Problem</vt:lpstr>
      <vt:lpstr>System Overview</vt:lpstr>
      <vt:lpstr>PowerPoint Presentation</vt:lpstr>
      <vt:lpstr>Lecturer View - Automation</vt:lpstr>
      <vt:lpstr>PowerPoint Presentation</vt:lpstr>
      <vt:lpstr>Lecturer Dashboard - Claim Tracking</vt:lpstr>
      <vt:lpstr>PowerPoint Presentation</vt:lpstr>
      <vt:lpstr>Manager View - Approvals &amp; Decisions</vt:lpstr>
      <vt:lpstr>PowerPoint Presentation</vt:lpstr>
      <vt:lpstr>HR View - Automation &amp; Reporting</vt:lpstr>
      <vt:lpstr>PowerPoint Presentation</vt:lpstr>
      <vt:lpstr>Validation, Security &amp; Error Handling</vt:lpstr>
      <vt:lpstr>PowerPoint Presentation</vt:lpstr>
      <vt:lpstr>Tools, Technologies &amp; Version Control</vt:lpstr>
      <vt:lpstr>Reflection &amp; 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</dc:creator>
  <cp:lastModifiedBy>a</cp:lastModifiedBy>
  <cp:revision>1</cp:revision>
  <dcterms:created xsi:type="dcterms:W3CDTF">2025-11-17T19:48:01Z</dcterms:created>
  <dcterms:modified xsi:type="dcterms:W3CDTF">2025-11-17T20:49:26Z</dcterms:modified>
</cp:coreProperties>
</file>